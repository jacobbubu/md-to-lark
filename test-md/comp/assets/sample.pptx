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5612-9865-A99C-A409-A922F8DC6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33D04-708A-4642-E944-2422AF4E4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B1292-0147-2D13-8E1E-7BC75AE6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36328-9C40-F47F-8577-A091F957E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409A8-2AA0-8B47-6F69-8BEF96D4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0703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B12B-4A7E-008B-4105-22299F91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876B7-DC49-8A45-DC23-9817C421A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944E1-9494-5059-1828-C16292D3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B225-D1A3-9EA6-C052-4814AB5A7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158B9-6E14-D4A8-D0E9-5589A8F0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894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74D2-87A5-469F-C2C2-B6B46243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7B638-CD15-CD02-1A5F-9926CBC43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C015C-563B-C907-B202-EBAE70FE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99F5-B308-742E-B57C-47BD2137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556F0-031E-36A7-3D5C-268ED68F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739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38FF-F16C-1DAF-B6CB-10AC2EA0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DDB55-45F0-AE7C-C0AF-FDA19BF65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6DD0A-4FC7-F4CE-342A-14F1EB3F8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1F423-7CFE-FF7A-BFC2-CC137E1B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67282-36FE-F881-2E81-B842C5B7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D894F-69D0-11F8-3FF1-6B5EED0E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455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39B9-ACCB-B24E-B640-BC141705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87F38-F9A5-6500-1C04-B0872FB77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722F4-AB53-26B4-5DAB-EBA886BCC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985983-FFDD-1951-C56F-0198A124D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9E9A0-83B7-B70C-6389-563B158C4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413381-D6A7-1D69-6CBF-28FD74F2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926F9-A5B1-90FB-A8DD-C53A2C3E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BA5AF9-223D-49B0-750B-44426C1B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8753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617-E7B8-0008-137D-7F11E835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DDD353-1A59-40FC-AF09-C31781FF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36019-A91F-70F1-074C-F71F62D6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29977-74D9-0828-2CD9-330DC6FF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432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7F417-1DBD-C815-E0BA-A34CBEFC8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D0D97-CEFF-38E4-2090-0FA47DD1E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29D84-4ECB-85CC-DCC3-A3DB64B9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312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6781-8D0E-DBA3-F674-C4689F460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6DFF4-7379-96C8-A744-613479F22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3530B-5440-0F2E-CFB8-F474E8B94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00EC8-3E55-A2E5-0123-6C8C3423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52078-D2E9-AC0C-5EEA-1B452811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D048A-0C02-AE5B-2308-3561BB7C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03752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4713-2CD0-BBB7-7A24-2BEF49604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5BD05-9584-3CA9-5762-258036EAD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D1C52-C904-340D-5D67-47C1DDF52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49B9A-C19A-3BE6-A740-B722013E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66B32-FEB8-2607-F8CF-CF3961DC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ADF61-29A5-45B9-B57A-68CECCFE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3748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6FA6-D35D-52D8-E0D9-24E49F41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879D6-8153-BFB9-B65B-32F813FC1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79479-38C1-020C-53A8-C24BBBB1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125E5-97C6-C825-F87B-E2DA74CB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576E-B198-640C-55AB-04718796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822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7C8AD-33FA-383A-B178-088161F37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E1E6A-A3FD-E2FB-4A81-8A6E83C15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4B347-C153-D2C1-9255-3AB966BD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7255-E5C0-D6D9-EFF4-74ACDD878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2E2D2-3021-91C2-F1DE-ED410569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3250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6C231-22C2-C17C-53E3-E59F626E7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B98B0-772B-B9EE-CE1F-D8727E0F2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1A213-B1C0-6BF4-8B47-2C60DFD75A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5F1B6-2820-7241-868D-323E74074BE8}" type="datetimeFigureOut">
              <a:t>2026/2/20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01A82-B8F2-7854-1452-534CC844F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D0040-DAC8-AAA6-CB6A-019FEA46D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AD8F4-1DC9-DC4F-B0E7-6BFB553B97BB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0823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D42A-D43D-C39C-4D26-5904D3A85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/>
              <a:t>Test</a:t>
            </a:r>
            <a:r>
              <a:rPr lang="zh-CN" altLang="en-US"/>
              <a:t> </a:t>
            </a:r>
            <a:r>
              <a:rPr lang="en-US" altLang="zh-CN"/>
              <a:t>PPT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80C66-8F91-CFEB-3287-B83F273974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313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 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 shen</dc:creator>
  <cp:lastModifiedBy>rong shen</cp:lastModifiedBy>
  <cp:revision>1</cp:revision>
  <dcterms:created xsi:type="dcterms:W3CDTF">2026-02-20T01:33:51Z</dcterms:created>
  <dcterms:modified xsi:type="dcterms:W3CDTF">2026-02-20T01:34:16Z</dcterms:modified>
</cp:coreProperties>
</file>